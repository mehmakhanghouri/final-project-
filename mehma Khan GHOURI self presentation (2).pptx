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presProps" Target="pres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tableStyles" Target="tableStyle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dirty="0"/>
              <a:pPr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7529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dirty="0"/>
              <a:pPr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8905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6762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dirty="0"/>
              <a:pPr/>
              <a:t>9/27/2025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6036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dirty="0"/>
              <a:pPr/>
              <a:t>9/27/2025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63828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dirty="0"/>
              <a:pPr/>
              <a:t>9/27/2025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0354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dirty="0"/>
              <a:pPr/>
              <a:t>9/27/2025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4207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dirty="0"/>
              <a:pPr/>
              <a:t>9/27/2025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2508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8C79C5D-2A6F-F04D-97DA-BEF2467B64E4}" type="datetimeFigureOut">
              <a:rPr lang="en-US" dirty="0"/>
              <a:pPr/>
              <a:t>9/27/2025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276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dirty="0"/>
              <a:pPr/>
              <a:t>9/27/2025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8919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77713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dirty="0"/>
              <a:pPr/>
              <a:t>9/27/2025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89044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dirty="0"/>
              <a:pPr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68754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dirty="0"/>
              <a:pPr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5094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theme" Target="../theme/theme1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dirty="0"/>
              <a:pPr/>
              <a:t>9/27/2025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1788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556">
                <a:solidFill>
                  <a:srgbClr val="003366"/>
                </a:solidFill>
                <a:latin typeface="Calibri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sz="3556" dirty="0">
                <a:solidFill>
                  <a:srgbClr val="003366"/>
                </a:solidFill>
                <a:latin typeface="Calibri"/>
              </a:rPr>
              <a:t>My name is </a:t>
            </a:r>
            <a:r>
              <a:rPr sz="3556" dirty="0" err="1">
                <a:solidFill>
                  <a:srgbClr val="003366"/>
                </a:solidFill>
                <a:latin typeface="Calibri"/>
              </a:rPr>
              <a:t>Mehma</a:t>
            </a:r>
            <a:r>
              <a:rPr sz="3556" dirty="0">
                <a:solidFill>
                  <a:srgbClr val="003366"/>
                </a:solidFill>
                <a:latin typeface="Calibri"/>
              </a:rPr>
              <a:t> </a:t>
            </a:r>
            <a:r>
              <a:rPr sz="3556" dirty="0" err="1">
                <a:solidFill>
                  <a:srgbClr val="003366"/>
                </a:solidFill>
                <a:latin typeface="Calibri"/>
              </a:rPr>
              <a:t>Shafi</a:t>
            </a:r>
            <a:r>
              <a:rPr sz="3556" dirty="0">
                <a:solidFill>
                  <a:srgbClr val="003366"/>
                </a:solidFill>
                <a:latin typeface="Calibri"/>
              </a:rPr>
              <a:t>.</a:t>
            </a:r>
          </a:p>
          <a:p>
            <a:r>
              <a:rPr sz="3556" dirty="0">
                <a:solidFill>
                  <a:srgbClr val="003366"/>
                </a:solidFill>
                <a:latin typeface="Calibri"/>
              </a:rPr>
              <a:t>I am from Karachi, Pakistan.</a:t>
            </a:r>
          </a:p>
          <a:p>
            <a:r>
              <a:rPr sz="3556" dirty="0">
                <a:solidFill>
                  <a:srgbClr val="003366"/>
                </a:solidFill>
                <a:latin typeface="Calibri"/>
              </a:rPr>
              <a:t>I have completed my Intermediate education.</a:t>
            </a:r>
          </a:p>
          <a:p>
            <a:r>
              <a:rPr sz="3556" dirty="0">
                <a:solidFill>
                  <a:srgbClr val="003366"/>
                </a:solidFill>
                <a:latin typeface="Calibri"/>
              </a:rPr>
              <a:t>I am passionate about technology and want to build my career in IT.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556">
                <a:solidFill>
                  <a:srgbClr val="003366"/>
                </a:solidFill>
                <a:latin typeface="Calibri"/>
              </a:rPr>
              <a:t>Personality Traits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3556">
                <a:solidFill>
                  <a:srgbClr val="003366"/>
                </a:solidFill>
                <a:latin typeface="Calibri"/>
              </a:rPr>
              <a:t>Hardworking and focused.</a:t>
            </a:r>
          </a:p>
          <a:p>
            <a:r>
              <a:rPr sz="3556">
                <a:solidFill>
                  <a:srgbClr val="003366"/>
                </a:solidFill>
                <a:latin typeface="Calibri"/>
              </a:rPr>
              <a:t>Curious learner, always exploring new things.</a:t>
            </a:r>
          </a:p>
          <a:p>
            <a:r>
              <a:rPr sz="3556">
                <a:solidFill>
                  <a:srgbClr val="003366"/>
                </a:solidFill>
                <a:latin typeface="Calibri"/>
              </a:rPr>
              <a:t>Disciplined and responsible in daily life.</a:t>
            </a:r>
          </a:p>
          <a:p>
            <a:r>
              <a:rPr sz="3556">
                <a:solidFill>
                  <a:srgbClr val="003366"/>
                </a:solidFill>
                <a:latin typeface="Calibri"/>
              </a:rPr>
              <a:t>Friendly, cooperative, and a good team player.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556">
                <a:solidFill>
                  <a:srgbClr val="003366"/>
                </a:solidFill>
                <a:latin typeface="Calibri"/>
              </a:rPr>
              <a:t>Hobbies &amp; Interests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sz="3556">
                <a:solidFill>
                  <a:srgbClr val="003366"/>
                </a:solidFill>
                <a:latin typeface="Calibri"/>
              </a:rPr>
              <a:t>Reading books to gain knowledge and self-improvement.</a:t>
            </a:r>
          </a:p>
          <a:p>
            <a:r>
              <a:rPr sz="3556">
                <a:solidFill>
                  <a:srgbClr val="003366"/>
                </a:solidFill>
                <a:latin typeface="Calibri"/>
              </a:rPr>
              <a:t>Watching movies and videos for both entertainment and learning.</a:t>
            </a:r>
          </a:p>
          <a:p>
            <a:r>
              <a:rPr sz="3556">
                <a:solidFill>
                  <a:srgbClr val="003366"/>
                </a:solidFill>
                <a:latin typeface="Calibri"/>
              </a:rPr>
              <a:t>Listening to music to relax and refresh my mind.</a:t>
            </a:r>
          </a:p>
          <a:p>
            <a:r>
              <a:rPr sz="3556">
                <a:solidFill>
                  <a:srgbClr val="003366"/>
                </a:solidFill>
                <a:latin typeface="Calibri"/>
              </a:rPr>
              <a:t>Exploring new technologies and digital tools.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556">
                <a:solidFill>
                  <a:srgbClr val="003366"/>
                </a:solidFill>
                <a:latin typeface="Calibri"/>
              </a:rPr>
              <a:t>Academic &amp; Personal Achievements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sz="3556">
                <a:solidFill>
                  <a:srgbClr val="003366"/>
                </a:solidFill>
                <a:latin typeface="Calibri"/>
              </a:rPr>
              <a:t>Successfully completed my Intermediate education.</a:t>
            </a:r>
          </a:p>
          <a:p>
            <a:r>
              <a:rPr sz="3556">
                <a:solidFill>
                  <a:srgbClr val="003366"/>
                </a:solidFill>
                <a:latin typeface="Calibri"/>
              </a:rPr>
              <a:t>Earned certificates in Graphic Designing and Digital Marketing.</a:t>
            </a:r>
          </a:p>
          <a:p>
            <a:r>
              <a:rPr sz="3556">
                <a:solidFill>
                  <a:srgbClr val="003366"/>
                </a:solidFill>
                <a:latin typeface="Calibri"/>
              </a:rPr>
              <a:t>Worked online for two years, gaining real experience.</a:t>
            </a:r>
          </a:p>
          <a:p>
            <a:r>
              <a:rPr sz="3556">
                <a:solidFill>
                  <a:srgbClr val="003366"/>
                </a:solidFill>
                <a:latin typeface="Calibri"/>
              </a:rPr>
              <a:t>Continuously improving my IT skills and knowledge.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556">
                <a:solidFill>
                  <a:srgbClr val="003366"/>
                </a:solidFill>
                <a:latin typeface="Calibri"/>
              </a:rPr>
              <a:t>Skills Learned in This Course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sz="3556">
                <a:solidFill>
                  <a:srgbClr val="003366"/>
                </a:solidFill>
                <a:latin typeface="Calibri"/>
              </a:rPr>
              <a:t>Writing a professional ATS CV.</a:t>
            </a:r>
          </a:p>
          <a:p>
            <a:r>
              <a:rPr sz="3556">
                <a:solidFill>
                  <a:srgbClr val="003366"/>
                </a:solidFill>
                <a:latin typeface="Calibri"/>
              </a:rPr>
              <a:t>Creating clear and professional presentations.</a:t>
            </a:r>
          </a:p>
          <a:p>
            <a:r>
              <a:rPr sz="3556">
                <a:solidFill>
                  <a:srgbClr val="003366"/>
                </a:solidFill>
                <a:latin typeface="Calibri"/>
              </a:rPr>
              <a:t>Using GitHub for project uploading and sharing.</a:t>
            </a:r>
          </a:p>
          <a:p>
            <a:r>
              <a:rPr sz="3556">
                <a:solidFill>
                  <a:srgbClr val="003366"/>
                </a:solidFill>
                <a:latin typeface="Calibri"/>
              </a:rPr>
              <a:t>Improved communication and self-presentation skills.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556">
                <a:solidFill>
                  <a:srgbClr val="003366"/>
                </a:solidFill>
                <a:latin typeface="Calibri"/>
              </a:rPr>
              <a:t>Favorite Topic/Tool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3556">
                <a:solidFill>
                  <a:srgbClr val="003366"/>
                </a:solidFill>
                <a:latin typeface="Calibri"/>
              </a:rPr>
              <a:t>Favorite Subject: Mathematics → because I enjoy solving problems.</a:t>
            </a:r>
          </a:p>
          <a:p>
            <a:r>
              <a:rPr sz="3556">
                <a:solidFill>
                  <a:srgbClr val="003366"/>
                </a:solidFill>
                <a:latin typeface="Calibri"/>
              </a:rPr>
              <a:t>Favorite Tool: GitHub → because it helps me manage and share my work easily.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556">
                <a:solidFill>
                  <a:srgbClr val="003366"/>
                </a:solidFill>
                <a:latin typeface="Calibri"/>
              </a:rPr>
              <a:t>Strengths &amp; Weaknesses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3556">
                <a:solidFill>
                  <a:srgbClr val="003366"/>
                </a:solidFill>
                <a:latin typeface="Calibri"/>
              </a:rPr>
              <a:t>Strengths: Quick learner, hardworking, problem solver, punctual.</a:t>
            </a:r>
          </a:p>
          <a:p>
            <a:r>
              <a:rPr sz="3556">
                <a:solidFill>
                  <a:srgbClr val="003366"/>
                </a:solidFill>
                <a:latin typeface="Calibri"/>
              </a:rPr>
              <a:t>Weaknesses: Sometimes I overthink, try to be too perfect which takes extra time.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556">
                <a:solidFill>
                  <a:srgbClr val="003366"/>
                </a:solidFill>
                <a:latin typeface="Calibri"/>
              </a:rPr>
              <a:t>Future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3556">
                <a:solidFill>
                  <a:srgbClr val="003366"/>
                </a:solidFill>
                <a:latin typeface="Calibri"/>
              </a:rPr>
              <a:t>Short-term: Improve my IT and digital skills.</a:t>
            </a:r>
          </a:p>
          <a:p>
            <a:r>
              <a:rPr sz="3556">
                <a:solidFill>
                  <a:srgbClr val="003366"/>
                </a:solidFill>
                <a:latin typeface="Calibri"/>
              </a:rPr>
              <a:t>Long-term: Become a professional IT expert.</a:t>
            </a:r>
          </a:p>
          <a:p>
            <a:r>
              <a:rPr sz="3556">
                <a:solidFill>
                  <a:srgbClr val="003366"/>
                </a:solidFill>
                <a:latin typeface="Calibri"/>
              </a:rPr>
              <a:t>Contribute to Pakistan’s technology growth and innovation.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556">
                <a:solidFill>
                  <a:srgbClr val="003366"/>
                </a:solidFill>
                <a:latin typeface="Calibri"/>
              </a:rPr>
              <a:t>Role Model / Inspiration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sz="3556">
                <a:solidFill>
                  <a:srgbClr val="003366"/>
                </a:solidFill>
                <a:latin typeface="Calibri"/>
              </a:rPr>
              <a:t>My mother is my greatest role model.</a:t>
            </a:r>
          </a:p>
          <a:p>
            <a:r>
              <a:rPr sz="3556">
                <a:solidFill>
                  <a:srgbClr val="003366"/>
                </a:solidFill>
                <a:latin typeface="Calibri"/>
              </a:rPr>
              <a:t>She inspires me with her hard work, patience, and dedication.</a:t>
            </a:r>
          </a:p>
          <a:p>
            <a:r>
              <a:rPr sz="3556">
                <a:solidFill>
                  <a:srgbClr val="003366"/>
                </a:solidFill>
                <a:latin typeface="Calibri"/>
              </a:rPr>
              <a:t>She always motivates me to study, work hard, and stay strong in every situation.</a:t>
            </a:r>
          </a:p>
          <a:p>
            <a:r>
              <a:rPr sz="3556">
                <a:solidFill>
                  <a:srgbClr val="003366"/>
                </a:solidFill>
                <a:latin typeface="Calibri"/>
              </a:rPr>
              <a:t>Her support, guidance, and love give me the strength to achieve my goals.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556">
                <a:solidFill>
                  <a:srgbClr val="003366"/>
                </a:solidFill>
                <a:latin typeface="Calibri"/>
              </a:rPr>
              <a:t>Closing / Fun Fact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3556">
                <a:solidFill>
                  <a:srgbClr val="003366"/>
                </a:solidFill>
                <a:latin typeface="Calibri"/>
              </a:rPr>
              <a:t>Thank you for listening to my presentation!</a:t>
            </a:r>
          </a:p>
          <a:p>
            <a:r>
              <a:rPr sz="3556">
                <a:solidFill>
                  <a:srgbClr val="003366"/>
                </a:solidFill>
                <a:latin typeface="Calibri"/>
              </a:rPr>
              <a:t>Fun Fact: I enjoy solving logical puzzles and challenges in my free time.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 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Quotable</vt:lpstr>
      <vt:lpstr>Introduction</vt:lpstr>
      <vt:lpstr>Personality Traits</vt:lpstr>
      <vt:lpstr>Hobbies &amp; Interests</vt:lpstr>
      <vt:lpstr>Academic &amp; Personal Achievements</vt:lpstr>
      <vt:lpstr>Skills Learned in This Course</vt:lpstr>
      <vt:lpstr>Favorite Topic/Tool</vt:lpstr>
      <vt:lpstr>Strengths &amp; Weaknesses</vt:lpstr>
      <vt:lpstr>Future Goals</vt:lpstr>
      <vt:lpstr>Role Model / Inspiration</vt:lpstr>
      <vt:lpstr>Closing / Fun Fact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subject/>
  <dc:creator/>
  <cp:keywords/>
  <dc:description>generated using python-pptx</dc:description>
  <cp:lastModifiedBy>Mehma Khan</cp:lastModifiedBy>
  <cp:revision>3</cp:revision>
  <dcterms:created xsi:type="dcterms:W3CDTF">2013-01-27T09:14:16Z</dcterms:created>
  <dcterms:modified xsi:type="dcterms:W3CDTF">2025-09-27T11:11:47Z</dcterms:modified>
  <cp:category/>
</cp:coreProperties>
</file>